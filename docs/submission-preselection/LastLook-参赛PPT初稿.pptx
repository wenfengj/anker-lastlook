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2d1318912e4281" /><Relationship Type="http://schemas.openxmlformats.org/officeDocument/2006/relationships/extended-properties" Target="/docProps/app.xml" Id="R13bcd519c42f4e83" /><Relationship Type="http://schemas.openxmlformats.org/officeDocument/2006/relationships/officeDocument" Target="/ppt/presentation.xml" Id="R4b8b7cae47fd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70e5898b1848a2"/>
  </p:sldMasterIdLst>
  <p:notesMasterIdLst>
    <p:notesMasterId xmlns:r="http://schemas.openxmlformats.org/officeDocument/2006/relationships" r:id="R3047fe488d0a421a"/>
  </p:notesMasterIdLst>
  <p:sldIdLst>
    <p:sldId xmlns:r="http://schemas.openxmlformats.org/officeDocument/2006/relationships" id="256" r:id="Rede5d02b7247462f"/>
    <p:sldId xmlns:r="http://schemas.openxmlformats.org/officeDocument/2006/relationships" id="257" r:id="Re04f709a46614146"/>
    <p:sldId xmlns:r="http://schemas.openxmlformats.org/officeDocument/2006/relationships" id="258" r:id="Rab2db3b990e246e3"/>
    <p:sldId xmlns:r="http://schemas.openxmlformats.org/officeDocument/2006/relationships" id="259" r:id="R9cff6574bc9e461b"/>
    <p:sldId xmlns:r="http://schemas.openxmlformats.org/officeDocument/2006/relationships" id="260" r:id="R77a0325e68074d38"/>
    <p:sldId xmlns:r="http://schemas.openxmlformats.org/officeDocument/2006/relationships" id="261" r:id="R5382e15d7ece42fe"/>
    <p:sldId xmlns:r="http://schemas.openxmlformats.org/officeDocument/2006/relationships" id="262" r:id="R2488d5072ec14a52"/>
    <p:sldId xmlns:r="http://schemas.openxmlformats.org/officeDocument/2006/relationships" id="263" r:id="Rcb39827eec7542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fc780a8dc248c9" /><Relationship Type="http://schemas.openxmlformats.org/officeDocument/2006/relationships/slideMaster" Target="/ppt/slideMasters/slideMaster1.xml" Id="Rb470e5898b1848a2" /><Relationship Type="http://schemas.openxmlformats.org/officeDocument/2006/relationships/notesMaster" Target="/ppt/notesMasters/notesMaster1.xml" Id="R3047fe488d0a421a" /><Relationship Type="http://schemas.openxmlformats.org/officeDocument/2006/relationships/presProps" Target="/ppt/presProps.xml" Id="R5bd611b10fc841be" /><Relationship Type="http://schemas.openxmlformats.org/officeDocument/2006/relationships/tableStyles" Target="/ppt/tableStyles.xml" Id="Rcddc918f69984deb" /><Relationship Type="http://schemas.openxmlformats.org/officeDocument/2006/relationships/slide" Target="/ppt/slides/slide1.xml" Id="Rede5d02b7247462f" /><Relationship Type="http://schemas.openxmlformats.org/officeDocument/2006/relationships/slide" Target="/ppt/slides/slide2.xml" Id="Re04f709a46614146" /><Relationship Type="http://schemas.openxmlformats.org/officeDocument/2006/relationships/slide" Target="/ppt/slides/slide3.xml" Id="Rab2db3b990e246e3" /><Relationship Type="http://schemas.openxmlformats.org/officeDocument/2006/relationships/slide" Target="/ppt/slides/slide4.xml" Id="R9cff6574bc9e461b" /><Relationship Type="http://schemas.openxmlformats.org/officeDocument/2006/relationships/slide" Target="/ppt/slides/slide5.xml" Id="R77a0325e68074d38" /><Relationship Type="http://schemas.openxmlformats.org/officeDocument/2006/relationships/slide" Target="/ppt/slides/slide6.xml" Id="R5382e15d7ece42fe" /><Relationship Type="http://schemas.openxmlformats.org/officeDocument/2006/relationships/slide" Target="/ppt/slides/slide7.xml" Id="R2488d5072ec14a52" /><Relationship Type="http://schemas.openxmlformats.org/officeDocument/2006/relationships/slide" Target="/ppt/slides/slide8.xml" Id="Rcb39827eec7542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eadde76bbd42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a295d697b84135" /><Relationship Type="http://schemas.openxmlformats.org/officeDocument/2006/relationships/notesMaster" Target="/ppt/notesMasters/notesMaster1.xml" Id="Re583ed87532e4b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e543607d844ec7" /><Relationship Type="http://schemas.openxmlformats.org/officeDocument/2006/relationships/notesMaster" Target="/ppt/notesMasters/notesMaster1.xml" Id="R471264d4c04f44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37db1aa91645d1" /><Relationship Type="http://schemas.openxmlformats.org/officeDocument/2006/relationships/notesMaster" Target="/ppt/notesMasters/notesMaster1.xml" Id="Ra310211a067d42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b2d6b7bcae4aa5" /><Relationship Type="http://schemas.openxmlformats.org/officeDocument/2006/relationships/notesMaster" Target="/ppt/notesMasters/notesMaster1.xml" Id="Rf6d79b4db6f846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c8fe854f3c4f83" /><Relationship Type="http://schemas.openxmlformats.org/officeDocument/2006/relationships/notesMaster" Target="/ppt/notesMasters/notesMaster1.xml" Id="R42f662e3e6cf4e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9c7736ad684656" /><Relationship Type="http://schemas.openxmlformats.org/officeDocument/2006/relationships/notesMaster" Target="/ppt/notesMasters/notesMaster1.xml" Id="R0200946cf2d547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65a981d5e94d42" /><Relationship Type="http://schemas.openxmlformats.org/officeDocument/2006/relationships/notesMaster" Target="/ppt/notesMasters/notesMaster1.xml" Id="Ra3159725ecbe4b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a0c9d845064b4e" /><Relationship Type="http://schemas.openxmlformats.org/officeDocument/2006/relationships/notesMaster" Target="/ppt/notesMasters/notesMaster1.xml" Id="R881b11d09a4a4c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LastLook product docs and live demo screenshot captured from the deployed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Pain point and MVP scope are based on docs/lastlook-product-final.md.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 and device capability mapping are based on docs/lastlook-product-final.md and the implemented demo APIs.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deployed LastLook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source: README.md, server.js, public/app.js and deployed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users are based on docs/lastlook-product-final.md.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Commercial positioning based on docs/lastlook-pitch-deck-outline.md and current product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Next-step plan based on docs/lastlook-3min-video-script.md and demo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4502baa3c44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c8613fcd8748f5" /><Relationship Type="http://schemas.openxmlformats.org/officeDocument/2006/relationships/slideLayout" Target="/ppt/slideLayouts/slideLayout1.xml" Id="Rae43858f2d4f42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43858f2d4f42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eba6df1a14b61" /><Relationship Type="http://schemas.openxmlformats.org/officeDocument/2006/relationships/image" Target="/ppt/media/image.png" Id="R31b973c5bc6a4492" /><Relationship Type="http://schemas.openxmlformats.org/officeDocument/2006/relationships/notesSlide" Target="/ppt/notesSlides/notesSlide1.xml" Id="R450fcce2ef1f4a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15789cd30426f" /><Relationship Type="http://schemas.openxmlformats.org/officeDocument/2006/relationships/notesSlide" Target="/ppt/notesSlides/notesSlide2.xml" Id="Rcd4766839a664b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5390f4f164377" /><Relationship Type="http://schemas.openxmlformats.org/officeDocument/2006/relationships/notesSlide" Target="/ppt/notesSlides/notesSlide3.xml" Id="R8e3d254ff38f4a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a92a1e4734e55" /><Relationship Type="http://schemas.openxmlformats.org/officeDocument/2006/relationships/image" Target="/ppt/media/image2.png" Id="R04f0f12632354921" /><Relationship Type="http://schemas.openxmlformats.org/officeDocument/2006/relationships/image" Target="/ppt/media/image3.png" Id="Rbe777c555ebf4cf3" /><Relationship Type="http://schemas.openxmlformats.org/officeDocument/2006/relationships/image" Target="/ppt/media/image4.png" Id="Rd0f04012e9924a8b" /><Relationship Type="http://schemas.openxmlformats.org/officeDocument/2006/relationships/notesSlide" Target="/ppt/notesSlides/notesSlide4.xml" Id="R8bc736bc16f644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bb0e7965542d8" /><Relationship Type="http://schemas.openxmlformats.org/officeDocument/2006/relationships/image" Target="/ppt/media/image5.png" Id="R02783afa69d241e9" /><Relationship Type="http://schemas.openxmlformats.org/officeDocument/2006/relationships/notesSlide" Target="/ppt/notesSlides/notesSlide5.xml" Id="R7e3aa8aafa1c4d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c2cc894c24d78" /><Relationship Type="http://schemas.openxmlformats.org/officeDocument/2006/relationships/notesSlide" Target="/ppt/notesSlides/notesSlide6.xml" Id="R43b711a0aef14e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1109e089947cf" /><Relationship Type="http://schemas.openxmlformats.org/officeDocument/2006/relationships/notesSlide" Target="/ppt/notesSlides/notesSlide7.xml" Id="Raacdfd17d5c443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8742e6c574c43" /><Relationship Type="http://schemas.openxmlformats.org/officeDocument/2006/relationships/notesSlide" Target="/ppt/notesSlides/notesSlide8.xml" Id="R9b81d88e794040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947B5-0711-47A7-AEE2-463B9650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200" b="1">
                <a:solidFill>
                  <a:srgbClr val="10231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231D"/>
                </a:solidFill>
                <a:latin typeface="Arial"/>
                <a:ea typeface="Arial"/>
                <a:cs typeface="Arial"/>
              </a:rPr>
              <a:t>LastLook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92294-02C5-4470-A393-83B7749C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出门之后，eufy 摄像头替你再看最后一眼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56469-6C5F-4D40-87DA-69800610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一张带证据的确认卡片，回答灶台是否已经关闭。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AFC2B-6E92-4373-AB18-69756CF1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7A5C">
              <a:alpha val="10196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MVP：灶台全关确认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30BE3-19A8-4E96-84EA-FD9538E3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6230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F8F">
              <a:alpha val="10196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8F"/>
                </a:solidFill>
                <a:latin typeface="Arial"/>
                <a:ea typeface="Arial"/>
                <a:cs typeface="Arial"/>
              </a:rPr>
              <a:t>线上 Demo 可运行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973c5bc6a4492"/>
          <a:stretch xmlns:a="http://schemas.openxmlformats.org/drawingml/2006/main"/>
        </p:blipFill>
        <p:spPr>
          <a:xfrm xmlns:a="http://schemas.openxmlformats.org/drawingml/2006/main">
            <a:off x="6572250" y="1428485"/>
            <a:ext cx="4762500" cy="3981979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ECE0F-7062-4001-BF68-C325AD0D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https://13-57-166-217.sslip.io/lastlook/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BFE8C-552E-4556-9B1F-1B3D8A3A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1/8</a:t>
            </a:r>
          </a:p>
        </p:txBody>
      </p:sp>
    </p:spTree>
    <p:extLst>
      <p:ext uri="{BB962C8B-B14F-4D97-AF65-F5344CB8AC3E}">
        <p14:creationId xmlns:p14="http://schemas.microsoft.com/office/powerpoint/2010/main" val="310156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1A5B5-D085-4A0D-AB58-230E0262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出门后的不确定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F453F-EBFF-4E15-AF83-189FF7A3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用户需要外部证据，而不是更多提醒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2FF4F-A26F-40C9-BD03-F4FC9CE2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C4994-D1BA-446D-A5A6-7C6B7253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0231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31D"/>
                </a:solidFill>
                <a:latin typeface="Arial"/>
                <a:ea typeface="Arial"/>
                <a:cs typeface="Arial"/>
              </a:rPr>
              <a:t>“灶台到底关了没有？”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064EC-36DD-45EF-9EC4-A2E3B7F3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6CDFB-19B2-4886-B36B-8B3F541A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问题不一定来自忘记，而是离家后无法确认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DC071-D97B-4796-96B0-2647100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5EF29-0025-4607-BC09-FB4205C2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普通摄像头要求用户自己翻画面、自己判断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1F8E7-DECF-4F46-8B0A-E35B27C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F79BC-1165-4EF8-AB76-362E979E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灶台场景明确，风险感强，也容易现场演示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66EEE-32E1-4AE1-83CF-D69E6260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6E26D-ABAD-4E6B-82A6-94951AF0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050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全关状态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648A8-4EBB-42C1-8B5F-0D9590A1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86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首版只处理一个判断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0CEE3-3031-4FA8-BD2F-E1D95C04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7259D-35FA-4225-A18D-C9EE03B9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F6F8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F8F"/>
                </a:solidFill>
                <a:latin typeface="Arial"/>
                <a:ea typeface="Arial"/>
                <a:cs typeface="Arial"/>
              </a:rPr>
              <a:t>证据卡片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C363B-AC88-46ED-9D64-ACC2F07D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195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用户最终看到的结果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CA645-330C-425A-A479-8960FF2B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5BDE99-E293-4B2F-8E33-324ABC63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720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D982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822B"/>
                </a:solidFill>
                <a:latin typeface="Arial"/>
                <a:ea typeface="Arial"/>
                <a:cs typeface="Arial"/>
              </a:rPr>
              <a:t>无法确认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01288-9547-45F4-B714-C3880833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53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出现遮挡或过暗</a:t>
            </a:r>
          </a:p>
        </p:txBody>
      </p:sp>
    </p:spTree>
    <p:extLst>
      <p:ext uri="{BB962C8B-B14F-4D97-AF65-F5344CB8AC3E}">
        <p14:creationId xmlns:p14="http://schemas.microsoft.com/office/powerpoint/2010/main" val="1007690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964427-9E76-4963-8831-B6A9B140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出门检查闭环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31A08-6F8E-4601-88B7-19360799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eufy 摄像头参与完整流程，而不是只提供录像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6488D-9453-4FFE-96B3-96955EBF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1140B-4151-4A53-9BE4-84F389E5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CC590-B6D5-4CE8-9030-96E14ED2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74E78-DFD0-431B-BB10-ACEFBA15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基准照片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A3D99-C36C-4ADE-B9FD-E91AD35D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05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保存灶台全关状态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6F028-66D7-4B69-B73D-E4FCD77F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11D2D-76C3-4F29-B3BA-CA360F75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24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CCE0E-39BD-45C4-8F8A-FCC45B63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43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离家触发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4CB03-0467-45FF-B4B7-70E435DA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05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手动或事件触发检查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AC41B-DBE7-455F-B699-4298D888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567E2-4E8D-438C-97DD-DC829A38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1214A-DC1C-4530-A131-2FC03AD9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43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PTZ 预设位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59812-6708-4B84-853D-A2B0FB4B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回到灶台视角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66D98-D08B-4695-A87C-8C03B715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0FEC6-56D8-4B34-87E3-A559D19C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31E33-FDE2-4760-ABE8-7A3F6747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7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当前照片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B03D3-FF88-4924-A272-2E413305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29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拍摄最新状态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A1C91-DACC-4FD6-B469-E66E271F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330BC-D876-4A24-A379-932DF1C8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67FA7-4354-4C23-8E80-AD33D7A4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67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照片比对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0F7F5D-6942-4235-B9B8-B1A6E207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29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固定区域判断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070CF-CE9B-4490-8EA5-1DF4E0BC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E4AF7A-E429-43E1-B038-AB11A9C4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822238-0522-4265-9827-7C5A927B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67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9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结果卡片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BDB4FB-830F-4F05-AF58-E0C52E41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29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已确认、无法确认、异常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4E5194-224B-4270-86A1-85F1E7FA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023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1D"/>
                </a:solidFill>
                <a:latin typeface="Arial"/>
                <a:ea typeface="Arial"/>
                <a:cs typeface="Arial"/>
              </a:rPr>
              <a:t>使用能力：PTZ 预设位、拍照、补光/夜视、隐私区、设备状态</a:t>
            </a:r>
          </a:p>
        </p:txBody>
      </p:sp>
    </p:spTree>
    <p:extLst>
      <p:ext uri="{BB962C8B-B14F-4D97-AF65-F5344CB8AC3E}">
        <p14:creationId xmlns:p14="http://schemas.microsoft.com/office/powerpoint/2010/main" val="609902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A322A-D77E-47D1-ABF1-209906A0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只给三种结果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F0CF5-F548-4FF2-8B63-D0B714D9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不确定时直接说明原因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5069C-C035-4883-B40B-5F40B23F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4/8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0f12632354921"/>
          <a:srcRect xmlns:a="http://schemas.openxmlformats.org/drawingml/2006/main" l="0" t="15619" r="0" b="156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3333750" cy="3429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E9FCC-597E-4F4E-BC6E-4258B992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已确认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4F619-2BBA-4F4F-8355-35BB8887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旋钮与基准照片一致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77c555ebf4cf3"/>
          <a:srcRect xmlns:a="http://schemas.openxmlformats.org/drawingml/2006/main" l="0" t="17202" r="0" b="17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657350"/>
            <a:ext cx="3333750" cy="3429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4E929-4BB1-4414-98B6-7DECA780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57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D982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822B"/>
                </a:solidFill>
                <a:latin typeface="Arial"/>
                <a:ea typeface="Arial"/>
                <a:cs typeface="Arial"/>
              </a:rPr>
              <a:t>无法确认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8E027-3426-4DCE-ADDC-8A2117FF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61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遮挡、过暗或画面不清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04012e9924a8b"/>
          <a:srcRect xmlns:a="http://schemas.openxmlformats.org/drawingml/2006/main" l="0" t="17202" r="0" b="17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1657350"/>
            <a:ext cx="3333750" cy="3429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E03C1-4E55-4AC1-9F90-8335BFEA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57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B941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413B"/>
                </a:solidFill>
                <a:latin typeface="Arial"/>
                <a:ea typeface="Arial"/>
                <a:cs typeface="Arial"/>
              </a:rPr>
              <a:t>异常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1F5EC-094F-4F64-9845-7BA2055F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1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当前状态偏离基准照片</a:t>
            </a:r>
          </a:p>
        </p:txBody>
      </p:sp>
    </p:spTree>
    <p:extLst>
      <p:ext uri="{BB962C8B-B14F-4D97-AF65-F5344CB8AC3E}">
        <p14:creationId xmlns:p14="http://schemas.microsoft.com/office/powerpoint/2010/main" val="1542485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1A84C-E266-46ED-BA88-E7B3DD54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可运行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3798D-60B4-4A49-AC90-1D2376E9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前端、后台和三种检查场景已经完成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ADB4D-6CB3-4B58-8E88-D87ACB13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5/8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83afa69d241e9"/>
          <a:srcRect xmlns:a="http://schemas.openxmlformats.org/drawingml/2006/main" l="0" t="4887" r="0" b="48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24000"/>
            <a:ext cx="542925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E7375-A571-42E7-ACF1-3E77CA14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4000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7FAAC-9A3F-4A58-8727-2A634B3A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前端体验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0839F-5589-4AD9-A4D2-ACEC018D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手机 App 样式、检查流程、结果卡片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418E9-CF42-4954-A31D-69EB96F4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4000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7440C-186C-4626-B632-1E1DD03E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47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后台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AC13F-337C-4101-9302-0DD740E8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设备状态、场景切换、检查启动、结果查询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C1270-515C-4FDA-9620-CFC1BD17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4000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C9399-DA01-4630-BBFD-4E3F4950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设备模拟器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DDB2C-CB81-4E54-83FC-9311BD4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86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摄像头在线、预设位、补光、隐私区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5C4FF-2060-4C88-BBAC-418D02D6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38650"/>
            <a:ext cx="4000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91973-B2B6-4A60-B1B7-B936D461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52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检查引擎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BD770-97D1-4A2F-BB05-46347EDD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38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按场景返回证据照片和判断结果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F8568-4B56-4FCD-A7C5-75E6A4FA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769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Demo 链接：13-57-166-217.sslip.io/lastlook/</a:t>
            </a:r>
          </a:p>
        </p:txBody>
      </p:sp>
    </p:spTree>
    <p:extLst>
      <p:ext uri="{BB962C8B-B14F-4D97-AF65-F5344CB8AC3E}">
        <p14:creationId xmlns:p14="http://schemas.microsoft.com/office/powerpoint/2010/main" val="1161649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F0138-1A94-46CC-AB24-4923AD2A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先服务会反复确认的人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61A62-3128-4111-BECE-6353DF0D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首版目标用户要窄，场景要真实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6F4D2-BE1A-477B-9F1F-E3C8CB35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B2BF7-648F-4F18-AA37-549397AF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5835A-B995-41B5-AF63-9FB63940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9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48589-68C8-429C-9720-5D17B2A9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669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赶时间出门的家庭用户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429F5-3A24-48C4-91A2-0700080E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0980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早上做饭后离家，容易反复想灶台是否关闭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3E46C-839A-4B24-B877-4E8DC3E5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AF6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8A23B-28CA-44E1-A7E9-4DC472C1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9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9482B-4055-4909-9067-D3E3B8E7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24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为父母配置设备的成年子女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9EC73-DEF2-46EF-971F-26CAEFCF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6710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希望降低厨房风险，又不想持续查看生活画面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28AD6-36AA-459D-88E3-38775B36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3D240-C403-4989-8FA2-BC7485F9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9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0356F-3351-44CC-A160-81F0FEAA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81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城市公寓和排屋家庭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686B9-E351-40F8-88EC-BBC38CE2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2440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已有或愿意购买室内云台摄像头，接受手机确认卡片</a:t>
            </a:r>
          </a:p>
        </p:txBody>
      </p:sp>
    </p:spTree>
    <p:extLst>
      <p:ext uri="{BB962C8B-B14F-4D97-AF65-F5344CB8AC3E}">
        <p14:creationId xmlns:p14="http://schemas.microsoft.com/office/powerpoint/2010/main" val="129599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53A4E-04AE-4C59-942F-702CDA4A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作为 eufy 摄像头的安全功能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D4765-1A93-497C-9C88-DC2D4414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更轻的路径是复用已有摄像头能力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9013D-A284-4B37-9149-54B1E42A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3DBCE-9BDC-4E9A-9880-DF3EB914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895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B827D-85E2-44C4-939A-2BD2298D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57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1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普通摄像头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19DCA-990A-4A69-9629-5E604E91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F6F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6F8F"/>
                </a:solidFill>
                <a:latin typeface="Arial"/>
                <a:ea typeface="Arial"/>
                <a:cs typeface="Arial"/>
              </a:rPr>
              <a:t>远程查看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E2A67-887F-409F-A5C0-0187A997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57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用户仍需自己判断画面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52E50-B19D-42F4-A88E-097D7BDA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895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1BE1B-51F0-4030-961D-092C1639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90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1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灶台硬件改造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F31A0-22DD-476C-AA40-C2BEF2C3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F6F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6F8F"/>
                </a:solidFill>
                <a:latin typeface="Arial"/>
                <a:ea typeface="Arial"/>
                <a:cs typeface="Arial"/>
              </a:rPr>
              <a:t>直接控制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ADDAA-C518-48DD-A911-15891F5D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安装成本和改造门槛更高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CEF6F-2E1B-4296-BEBB-79825C4A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895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7DB37-8A07-437E-ABDB-142665B7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1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LastLook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5FCC4-CD17-48C4-8223-451BED88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F6F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6F8F"/>
                </a:solidFill>
                <a:latin typeface="Arial"/>
                <a:ea typeface="Arial"/>
                <a:cs typeface="Arial"/>
              </a:rPr>
              <a:t>证据确认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E3141-3D5D-4BB2-AC7E-296097F6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24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用室内云台摄像头完成出门检查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EA821-AC94-4693-BD65-EF850512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43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023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1D"/>
                </a:solidFill>
                <a:latin typeface="Arial"/>
                <a:ea typeface="Arial"/>
                <a:cs typeface="Arial"/>
              </a:rPr>
              <a:t>商业路径：先提升室内云台摄像头购买理由，再扩展到智能插座、门锁和燃气报警器。</a:t>
            </a:r>
          </a:p>
        </p:txBody>
      </p:sp>
    </p:spTree>
    <p:extLst>
      <p:ext uri="{BB962C8B-B14F-4D97-AF65-F5344CB8AC3E}">
        <p14:creationId xmlns:p14="http://schemas.microsoft.com/office/powerpoint/2010/main" val="1612801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30CF1-59C0-433F-B4B3-8CE4AE3B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验证用户是否还会看这张卡片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1AFFA-F066-4441-AB71-90F6DFA4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下一步用真实设备和小样本测试收口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EC9BC-850A-43D5-86DC-8C5A290F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LastLook  |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9051E-D220-48DF-9E3D-E1907AC6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D23C0-CD9E-4FC5-98FA-5A6B9088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7A5C">
              <a:alpha val="10196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7A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7A5C"/>
                </a:solidFill>
                <a:latin typeface="Arial"/>
                <a:ea typeface="Arial"/>
                <a:cs typeface="Arial"/>
              </a:rPr>
              <a:t>当前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294CC-CF49-475E-8A37-5D93AA84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本地和线上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37089-3D2A-4EB4-8D6B-93008833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三种结果可稳定演示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52099-90A1-41AD-9CBB-198E5617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3D7DA-D58C-48CC-B488-849D8E4E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F8F">
              <a:alpha val="10196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8F"/>
                </a:solidFill>
                <a:latin typeface="Arial"/>
                <a:ea typeface="Arial"/>
                <a:cs typeface="Arial"/>
              </a:rPr>
              <a:t>下一步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6A3F8-F295-4845-8E08-12EDB315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真实 SDK 接入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101A1-C6FF-4D66-992F-55F9232C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95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替换摄像头控制、拍照和设备状态接口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D07DD-60D9-438A-87D8-F19103E4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4C9F0-3EFC-4FDF-A38C-2A32EE70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822B">
              <a:alpha val="10196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82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822B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9F9FA-6E71-44CE-A4E2-6768C712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6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小样本使用测试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22111-D3F1-4A27-B7D1-D7D20A8D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F6D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6"/>
                </a:solidFill>
                <a:latin typeface="Arial"/>
                <a:ea typeface="Arial"/>
                <a:cs typeface="Arial"/>
              </a:rPr>
              <a:t>检查耗时、无法确认率、持续查看意愿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79F65-A3D4-4E28-9052-E51388CF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958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023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31D"/>
                </a:solidFill>
                <a:latin typeface="Arial"/>
                <a:ea typeface="Arial"/>
                <a:cs typeface="Arial"/>
              </a:rPr>
              <a:t>目标：把“我到底关了没有”的不确定，变成一张可以放心离开的证据。</a:t>
            </a:r>
          </a:p>
        </p:txBody>
      </p:sp>
    </p:spTree>
    <p:extLst>
      <p:ext uri="{BB962C8B-B14F-4D97-AF65-F5344CB8AC3E}">
        <p14:creationId xmlns:p14="http://schemas.microsoft.com/office/powerpoint/2010/main" val="1633389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2026-09-25T14:45:39.7800000Z</dcterms:created>
  <dcterms:modified xsi:type="dcterms:W3CDTF">2026-09-25T14:45:39.7800000Z</dcterms:modified>
</coreProperties>
</file>