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405b862a1456e" /><Relationship Type="http://schemas.openxmlformats.org/officeDocument/2006/relationships/extended-properties" Target="/docProps/app.xml" Id="R0acc7044fd464ccf" /><Relationship Type="http://schemas.openxmlformats.org/officeDocument/2006/relationships/officeDocument" Target="/ppt/presentation.xml" Id="R53b96a6b499d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8824e158f45e3"/>
  </p:sldMasterIdLst>
  <p:notesMasterIdLst>
    <p:notesMasterId xmlns:r="http://schemas.openxmlformats.org/officeDocument/2006/relationships" r:id="Rc4c95423f0f04ce2"/>
  </p:notesMasterIdLst>
  <p:sldIdLst>
    <p:sldId xmlns:r="http://schemas.openxmlformats.org/officeDocument/2006/relationships" id="256" r:id="R8112e977be544d6d"/>
    <p:sldId xmlns:r="http://schemas.openxmlformats.org/officeDocument/2006/relationships" id="257" r:id="R578249002eb545a9"/>
    <p:sldId xmlns:r="http://schemas.openxmlformats.org/officeDocument/2006/relationships" id="258" r:id="Rebab39dad2fc44c2"/>
    <p:sldId xmlns:r="http://schemas.openxmlformats.org/officeDocument/2006/relationships" id="259" r:id="Rfde20719f29e41ca"/>
    <p:sldId xmlns:r="http://schemas.openxmlformats.org/officeDocument/2006/relationships" id="260" r:id="R2983b96cfdca4250"/>
    <p:sldId xmlns:r="http://schemas.openxmlformats.org/officeDocument/2006/relationships" id="261" r:id="R09c0a6e044d44023"/>
    <p:sldId xmlns:r="http://schemas.openxmlformats.org/officeDocument/2006/relationships" id="262" r:id="R63fa362e3753484b"/>
    <p:sldId xmlns:r="http://schemas.openxmlformats.org/officeDocument/2006/relationships" id="263" r:id="Rd9953f141f414c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dea2fd2f54817" /><Relationship Type="http://schemas.openxmlformats.org/officeDocument/2006/relationships/slideMaster" Target="/ppt/slideMasters/slideMaster1.xml" Id="R6bd8824e158f45e3" /><Relationship Type="http://schemas.openxmlformats.org/officeDocument/2006/relationships/notesMaster" Target="/ppt/notesMasters/notesMaster1.xml" Id="Rc4c95423f0f04ce2" /><Relationship Type="http://schemas.openxmlformats.org/officeDocument/2006/relationships/presProps" Target="/ppt/presProps.xml" Id="R5a9baa1a94c1438c" /><Relationship Type="http://schemas.openxmlformats.org/officeDocument/2006/relationships/tableStyles" Target="/ppt/tableStyles.xml" Id="R528502a959a64e5d" /><Relationship Type="http://schemas.openxmlformats.org/officeDocument/2006/relationships/slide" Target="/ppt/slides/slide1.xml" Id="R8112e977be544d6d" /><Relationship Type="http://schemas.openxmlformats.org/officeDocument/2006/relationships/slide" Target="/ppt/slides/slide2.xml" Id="R578249002eb545a9" /><Relationship Type="http://schemas.openxmlformats.org/officeDocument/2006/relationships/slide" Target="/ppt/slides/slide3.xml" Id="Rebab39dad2fc44c2" /><Relationship Type="http://schemas.openxmlformats.org/officeDocument/2006/relationships/slide" Target="/ppt/slides/slide4.xml" Id="Rfde20719f29e41ca" /><Relationship Type="http://schemas.openxmlformats.org/officeDocument/2006/relationships/slide" Target="/ppt/slides/slide5.xml" Id="R2983b96cfdca4250" /><Relationship Type="http://schemas.openxmlformats.org/officeDocument/2006/relationships/slide" Target="/ppt/slides/slide6.xml" Id="R09c0a6e044d44023" /><Relationship Type="http://schemas.openxmlformats.org/officeDocument/2006/relationships/slide" Target="/ppt/slides/slide7.xml" Id="R63fa362e3753484b" /><Relationship Type="http://schemas.openxmlformats.org/officeDocument/2006/relationships/slide" Target="/ppt/slides/slide8.xml" Id="Rd9953f141f41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ee3288e499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446cfbd494f7c" /><Relationship Type="http://schemas.openxmlformats.org/officeDocument/2006/relationships/notesMaster" Target="/ppt/notesMasters/notesMaster1.xml" Id="Rbdfbde2c43fd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790c48a4a4535" /><Relationship Type="http://schemas.openxmlformats.org/officeDocument/2006/relationships/notesMaster" Target="/ppt/notesMasters/notesMaster1.xml" Id="R627a5b0411f1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317c8582a04e74" /><Relationship Type="http://schemas.openxmlformats.org/officeDocument/2006/relationships/notesMaster" Target="/ppt/notesMasters/notesMaster1.xml" Id="R1f1ea6a10a71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bf0e78ae6d46aa" /><Relationship Type="http://schemas.openxmlformats.org/officeDocument/2006/relationships/notesMaster" Target="/ppt/notesMasters/notesMaster1.xml" Id="R285ab378d0d7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aba1d50a644952" /><Relationship Type="http://schemas.openxmlformats.org/officeDocument/2006/relationships/notesMaster" Target="/ppt/notesMasters/notesMaster1.xml" Id="R84ad559951b84b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c84dcf3d24962" /><Relationship Type="http://schemas.openxmlformats.org/officeDocument/2006/relationships/notesMaster" Target="/ppt/notesMasters/notesMaster1.xml" Id="Rd79b236acab6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59e3f984db4767" /><Relationship Type="http://schemas.openxmlformats.org/officeDocument/2006/relationships/notesMaster" Target="/ppt/notesMasters/notesMaster1.xml" Id="R34294562168a42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8f1ada89d94ce1" /><Relationship Type="http://schemas.openxmlformats.org/officeDocument/2006/relationships/notesMaster" Target="/ppt/notesMasters/notesMaster1.xml" Id="R49c18aa12dc8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LastLook product docs and live demo screenshot captured from the deployed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 and MVP scope are based on docs/lastlook-product-final.md.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and device capability mapping are based on docs/lastlook-product-final.md and the implemented demo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deployed LastLook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README.md, server.js, public/app.js and deployed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 are based on docs/lastlook-product-final.md.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positioning based on docs/lastlook-pitch-deck-outline.md and current product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Next-step plan based on docs/lastlook-3min-video-script.md and demo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9f285641846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83aa901e374ead" /><Relationship Type="http://schemas.openxmlformats.org/officeDocument/2006/relationships/slideLayout" Target="/ppt/slideLayouts/slideLayout1.xml" Id="R28ef5c5d5ede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ef5c5d5ede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a885db9094b6f" /><Relationship Type="http://schemas.openxmlformats.org/officeDocument/2006/relationships/image" Target="/ppt/media/image.png" Id="R278228ea2d6c405a" /><Relationship Type="http://schemas.openxmlformats.org/officeDocument/2006/relationships/notesSlide" Target="/ppt/notesSlides/notesSlide1.xml" Id="R017446b97fc844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46d5477d497a" /><Relationship Type="http://schemas.openxmlformats.org/officeDocument/2006/relationships/notesSlide" Target="/ppt/notesSlides/notesSlide2.xml" Id="Rf3487f8481f443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e4bed38634753" /><Relationship Type="http://schemas.openxmlformats.org/officeDocument/2006/relationships/notesSlide" Target="/ppt/notesSlides/notesSlide3.xml" Id="R0241e0ee777a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924083a294c83" /><Relationship Type="http://schemas.openxmlformats.org/officeDocument/2006/relationships/image" Target="/ppt/media/image2.png" Id="R83ea1d36dc88426c" /><Relationship Type="http://schemas.openxmlformats.org/officeDocument/2006/relationships/image" Target="/ppt/media/image3.png" Id="R32e3928768ad4225" /><Relationship Type="http://schemas.openxmlformats.org/officeDocument/2006/relationships/image" Target="/ppt/media/image4.png" Id="Rebfbc1fcdc2b4880" /><Relationship Type="http://schemas.openxmlformats.org/officeDocument/2006/relationships/notesSlide" Target="/ppt/notesSlides/notesSlide4.xml" Id="R0e936d7aa99a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4c0443f84578" /><Relationship Type="http://schemas.openxmlformats.org/officeDocument/2006/relationships/image" Target="/ppt/media/image5.png" Id="R0299c34583d240d6" /><Relationship Type="http://schemas.openxmlformats.org/officeDocument/2006/relationships/notesSlide" Target="/ppt/notesSlides/notesSlide5.xml" Id="R9016c759d1c0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9bd676bd4958" /><Relationship Type="http://schemas.openxmlformats.org/officeDocument/2006/relationships/notesSlide" Target="/ppt/notesSlides/notesSlide6.xml" Id="R91d2c8fc3fa94b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6c96f10d427e" /><Relationship Type="http://schemas.openxmlformats.org/officeDocument/2006/relationships/notesSlide" Target="/ppt/notesSlides/notesSlide7.xml" Id="R7c5ef4f2dbf848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681ab03af469f" /><Relationship Type="http://schemas.openxmlformats.org/officeDocument/2006/relationships/notesSlide" Target="/ppt/notesSlides/notesSlide8.xml" Id="R5fcf76c0933d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6E4D4-C9D4-49C9-9AE0-72B7716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LastLook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8EA8A-51D3-473D-A4C1-43E4DFA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出门之后，eufy 摄像头替你再看最后一眼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248CC-7A44-4012-9243-E371012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一张带证据的确认卡片，回答灶台是否已经关闭。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DB82C-0678-4830-9550-FBF1D05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A5C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MVP：灶台全关确认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02FAF-5590-4738-A741-39F12D8E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623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8F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线上 Demo 可运行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228ea2d6c405a"/>
          <a:srcRect xmlns:a="http://schemas.openxmlformats.org/drawingml/2006/main" l="15733" t="0" r="15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514350"/>
            <a:ext cx="4762500" cy="581025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770D1-2F63-4F00-9468-DCA96074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https://13-57-166-217.sslip.io/lastlook/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99DF2-F116-4E6E-9823-A86B4C4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1/8</a:t>
            </a:r>
          </a:p>
        </p:txBody>
      </p:sp>
    </p:spTree>
    <p:extLst>
      <p:ext uri="{BB962C8B-B14F-4D97-AF65-F5344CB8AC3E}">
        <p14:creationId xmlns:p14="http://schemas.microsoft.com/office/powerpoint/2010/main" val="1206255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FE99-0E81-4AB2-8E67-A9FD1241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出门后的不确定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C3747-9F25-41DE-BB92-7A480968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用户需要外部证据，而不是更多提醒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7F68B-1DB1-448B-8CC4-C16D0B7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882FC-DFC9-40CC-885E-9A71161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“灶台到底关了没有？”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BC436-0324-4FB8-B041-E743910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1139-5E34-4C27-B840-7EFB9EB6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问题不一定来自忘记，而是离家后无法确认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7200-4E00-4D6C-8366-40A88A3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AA55-A6FA-4EBB-81F7-422F8AA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普通摄像头要求用户自己翻画面、自己判断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E66D6-9FCF-411F-A136-098B62AE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21634-929D-4EED-BA63-F288606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灶台场景明确，风险感强，也容易现场演示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FFC40-11AE-4174-91DC-66905DF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76DB2-54DD-411A-9683-35D64BBC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全关状态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0D973-BC20-4AC9-9B88-64F64B2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首版只处理一个判断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B293E-9DF1-492C-98B9-0F57F21A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6F15B-0B91-40B7-BAE2-CC4E3188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证据卡片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3DD4C-78EB-4276-B12C-64B892B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195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用户最终看到的结果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31C32-000E-474E-A6A5-5C766AA4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287B8-35DA-4237-B32F-990C3705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无法确认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08016-5583-47CD-999A-99732D54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出现遮挡或过暗</a:t>
            </a:r>
          </a:p>
        </p:txBody>
      </p:sp>
    </p:spTree>
    <p:extLst>
      <p:ext uri="{BB962C8B-B14F-4D97-AF65-F5344CB8AC3E}">
        <p14:creationId xmlns:p14="http://schemas.microsoft.com/office/powerpoint/2010/main" val="7918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CB153-83BD-48E3-9349-BECB72BF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出门检查闭环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796D3-1F85-4DCF-9EB5-64764B8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eufy 摄像头参与完整流程，而不是只提供录像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56E1E-C1FB-43FC-B16B-C2EAF020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E6B12-6AE2-4C70-905C-F9BBFEE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6862C-AD90-4D4A-81E0-85C4812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DD4D9-F6B7-49E5-B9BD-0C9D719A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基准照片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ADD5-2991-4F94-9611-228D113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保存灶台全关状态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0E05F-E1BA-47DF-B99D-C742C97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C5165-32C0-4885-85F4-B217377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B88FF-83DA-4094-AA88-46BAC5F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离家触发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8A74C-1066-4B0A-83A0-43DBA66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手动或事件触发检查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E7D4F-BD3F-4449-BC79-64370E8B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73A9C-B2FB-4273-BC61-29593164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97BBB-A77E-4649-8C2E-3F53A268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PTZ 预设位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E83A6-AFC5-4527-BA12-77230B90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回到灶台视角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65248-110A-447A-84BE-9E1220B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A95B8-31FD-499D-9C39-75BD634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0D6B6-98DF-45E8-927B-1503D55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当前照片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F7F8F-83D9-490C-BA40-BDC5CECF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拍摄最新状态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FFBA4-1E10-4F90-A345-F45CEA0C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2A371-2578-47E1-AD0F-6452DBC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9F919-C2C2-4600-8B90-E963C96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照片比对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19301-D27F-42F2-95B7-2F2AFAF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固定区域判断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6047E-24FB-4EB9-9F95-6FCA1708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AEECC-73BB-4274-B352-1903355B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BB671-A95A-4CBF-8344-4B751B5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结果卡片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0353F-0EFD-40A9-A747-8AAD39CE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已确认、无法确认、异常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80524-A698-48DC-9D05-03C46D0D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使用能力：PTZ 预设位、拍照、补光/夜视、隐私区、设备状态</a:t>
            </a:r>
          </a:p>
        </p:txBody>
      </p:sp>
    </p:spTree>
    <p:extLst>
      <p:ext uri="{BB962C8B-B14F-4D97-AF65-F5344CB8AC3E}">
        <p14:creationId xmlns:p14="http://schemas.microsoft.com/office/powerpoint/2010/main" val="703891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C6941-4472-40DC-8291-9A42E4BB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只给三种结果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2582F-B059-41ED-9931-C54CBF6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不确定时直接说明原因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C21C-B7E5-4305-98C5-E6235858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4/8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a1d36dc88426c"/>
          <a:srcRect xmlns:a="http://schemas.openxmlformats.org/drawingml/2006/main" l="0" t="15619" r="0" b="15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E0391-F991-437A-86EF-5C2A5A2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已确认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2BB38-D646-4A3C-8CCB-95512063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旋钮与基准照片一致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3928768ad4225"/>
          <a:srcRect xmlns:a="http://schemas.openxmlformats.org/drawingml/2006/main" l="0" t="17202" r="0" b="17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F083-83E4-4880-8962-7FD4133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无法确认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F2AC9-AE62-4A21-995C-7B168D3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遮挡、过暗或画面不清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bc1fcdc2b4880"/>
          <a:srcRect xmlns:a="http://schemas.openxmlformats.org/drawingml/2006/main" l="0" t="17202" r="0" b="17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5DB46-1E58-4EAB-B960-0C7231C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941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413B"/>
                </a:solidFill>
                <a:latin typeface="Arial"/>
                <a:ea typeface="Arial"/>
                <a:cs typeface="Arial"/>
              </a:rPr>
              <a:t>异常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F42A0-9D3A-4AFB-9E58-1EB410E3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当前状态偏离基准照片</a:t>
            </a:r>
          </a:p>
        </p:txBody>
      </p:sp>
    </p:spTree>
    <p:extLst>
      <p:ext uri="{BB962C8B-B14F-4D97-AF65-F5344CB8AC3E}">
        <p14:creationId xmlns:p14="http://schemas.microsoft.com/office/powerpoint/2010/main" val="1907210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32C2A-A44C-4527-BD91-DC0BCFB0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可运行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979C-691A-4BD4-A20F-2AAE067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前端、后台和三种检查场景已经完成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58166-BCB8-4BA5-81F6-90BC2F7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5/8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9c34583d240d6"/>
          <a:srcRect xmlns:a="http://schemas.openxmlformats.org/drawingml/2006/main" l="0" t="4887" r="0" b="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54292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6C876-E9DF-4626-BA95-F15E1C8E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39BB5-D8B7-451B-9A9D-D1AAED0A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前端体验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1DE7-31BD-4A28-8996-B893B73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手机 App 样式、检查流程、结果卡片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F5D5D-978A-4FE9-ADA4-A68B895F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4F590-71F8-46A2-A161-7B29F8E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后台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8E74C-6A70-451B-8D76-02917D3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设备状态、场景切换、检查启动、结果查询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27174-747F-423C-BA27-CAFEBC3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E1446-6CEC-4C5F-9F4C-47C0292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设备模拟器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A1A08-83AD-4D64-8D6E-E8B4C810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摄像头在线、预设位、补光、隐私区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4D9F-74A4-451C-9E5B-2806B21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283DD-CAB9-426A-89A2-CDB654BB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检查引擎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CECA3-627F-40EA-A8FC-DE791FF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按场景返回证据照片和判断结果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8C24C-8919-4F8C-830B-6B5C4A1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Demo 链接：13-57-166-217.sslip.io/lastlook/</a:t>
            </a:r>
          </a:p>
        </p:txBody>
      </p:sp>
    </p:spTree>
    <p:extLst>
      <p:ext uri="{BB962C8B-B14F-4D97-AF65-F5344CB8AC3E}">
        <p14:creationId xmlns:p14="http://schemas.microsoft.com/office/powerpoint/2010/main" val="142300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7D8A8-9C64-499D-A166-67018A3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先服务会反复确认的人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891F6-CACB-451F-9158-7711FEEF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首版目标用户要窄，场景要真实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61E63-1254-47CF-9456-FC3F283F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65D5F-C3F9-4D11-A129-BD873FB4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BF7EE-1760-4F97-8938-F85A8F6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6AD2-47A0-4ECA-B61F-F673BC5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赶时间出门的家庭用户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63A18-D7CA-44D6-90F7-265F735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098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早上做饭后离家，容易反复想灶台是否关闭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20AC7-A9C8-456A-829F-586A129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0A905-3DBD-4563-99C4-490DBC7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BD182-74B0-4879-95F6-F93C645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24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为父母配置设备的成年子女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85012-83E4-45D4-BA4A-700EA9B4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671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希望降低厨房风险，又不想持续查看生活画面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99AAB-D91D-42A6-B72A-7FE1542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7829A-506E-474F-9D81-3061E6E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045EE-C8F3-4057-B468-C492D4D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城市公寓和排屋家庭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5B161-429E-4111-A165-7FC59284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244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已有或愿意购买室内云台摄像头，接受手机确认卡片</a:t>
            </a:r>
          </a:p>
        </p:txBody>
      </p:sp>
    </p:spTree>
    <p:extLst>
      <p:ext uri="{BB962C8B-B14F-4D97-AF65-F5344CB8AC3E}">
        <p14:creationId xmlns:p14="http://schemas.microsoft.com/office/powerpoint/2010/main" val="123642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011E5-7CF3-49BE-B05F-4484D1C0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作为 eufy 摄像头的安全功能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80B53-02F1-441F-AADA-2DC6977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更轻的路径是复用已有摄像头能力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D51C-AC53-4DAC-B00F-EB36118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39788-D220-4766-80EC-09776F7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28716-D159-456A-94D8-1B1CFE1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普通摄像头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B8FE5-D52E-4FFA-8D54-F3F5B85A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远程查看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860B7-4DA7-4822-AAC6-1DF940B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用户仍需自己判断画面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5859D-8884-4E84-BAB9-F3B35E1F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E1DEA-6BED-4494-8037-1CB288E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灶台硬件改造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CEDC8-CF04-45A4-855D-6BC7F73A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直接控制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2AAB7-A723-4A26-A523-068D4E8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安装成本和改造门槛更高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4F89A-ECD4-40AC-80E5-3EAA46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35EB3-D004-4A7E-A60D-C701E46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LastLook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2DE6C-2987-4AFB-8EB7-295C6B24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证据确认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A1102-E350-4C97-B11B-1A9182A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用室内云台摄像头完成出门检查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027E9-592B-4465-9946-449F78E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商业路径：先提升室内云台摄像头购买理由，再扩展到智能插座、门锁和燃气报警器。</a:t>
            </a:r>
          </a:p>
        </p:txBody>
      </p:sp>
    </p:spTree>
    <p:extLst>
      <p:ext uri="{BB962C8B-B14F-4D97-AF65-F5344CB8AC3E}">
        <p14:creationId xmlns:p14="http://schemas.microsoft.com/office/powerpoint/2010/main" val="1390748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3ED18-523C-450F-8DBF-3ED0A52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验证用户是否还会看这张卡片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AD512-2C55-414F-8BD4-46680E6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下一步用真实设备和小样本测试收口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D1D1D-97CC-41DA-BF05-AF841C6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7459F-5229-41F8-8E6C-188698C3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9F15-F9A7-48EC-97B3-A3402F0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A5C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当前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23D5D-CF1D-468D-B382-BB524CC8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本地和线上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4B51-AF43-4501-B063-6394F0B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三种结果可稳定演示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059AB-70FA-444B-B231-6DA1394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2A648-E8C7-4FAA-8D2A-15D911C0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8F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54E4-0C1A-4845-B0F4-793A08C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真实 SDK 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B51CC-F75C-44FF-AD3E-AA839E8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替换摄像头控制、拍照和设备状态接口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E2406-F613-4797-B48E-14C8F22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C23C6-68F1-4437-872F-6B2D451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822B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D933F-DE92-4BB3-B120-A7D029BA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小样本使用测试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FA82A-294B-4A17-871A-FF633E3F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检查耗时、无法确认率、持续查看意愿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1875E-EDFC-4DC0-8F94-6D445E9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目标：把“我到底关了没有”的不确定，变成一张可以放心离开的证据。</a:t>
            </a:r>
          </a:p>
        </p:txBody>
      </p:sp>
    </p:spTree>
    <p:extLst>
      <p:ext uri="{BB962C8B-B14F-4D97-AF65-F5344CB8AC3E}">
        <p14:creationId xmlns:p14="http://schemas.microsoft.com/office/powerpoint/2010/main" val="249429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2026-09-25T14:41:40.0560000Z</dcterms:created>
  <dcterms:modified xsi:type="dcterms:W3CDTF">2026-09-25T14:41:40.0570000Z</dcterms:modified>
</coreProperties>
</file>